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Workflow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Branch-based development</a:t>
            </a:r>
          </a:p>
          <a:p>
            <a:r>
              <a:t>Create Branch → Commit → Pull Request → Merge</a:t>
            </a:r>
          </a:p>
          <a:p>
            <a:r>
              <a:t>Protect main branch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Workflow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Prevent breaking main</a:t>
            </a:r>
          </a:p>
          <a:p>
            <a:r>
              <a:t>Enable team collaboration</a:t>
            </a:r>
          </a:p>
          <a:p>
            <a:r>
              <a:t>Ensure code reviews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1 - Create Branch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Pull latest main</a:t>
            </a:r>
          </a:p>
          <a:p>
            <a:r>
              <a:t>Create feature branch</a:t>
            </a:r>
          </a:p>
          <a:p>
            <a:r>
              <a:t>Example:</a:t>
            </a:r>
          </a:p>
          <a:p>
            <a:r>
              <a:t>git checkout -b feature/my-update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2 - Commit and Push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 inside your branch</a:t>
            </a:r>
          </a:p>
          <a:p>
            <a:r>
              <a:t>Commit changes</a:t>
            </a:r>
          </a:p>
          <a:p>
            <a:r>
              <a:t>Push branch to remote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3 - Pull Request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PR in GitHub</a:t>
            </a:r>
          </a:p>
          <a:p>
            <a:r>
              <a:t>Review by team</a:t>
            </a:r>
          </a:p>
          <a:p>
            <a:r>
              <a:t>Merge into main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